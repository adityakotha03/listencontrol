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8F6B"/>
    <a:srgbClr val="C4E0BA"/>
    <a:srgbClr val="DDEAD6"/>
    <a:srgbClr val="F8E6A6"/>
    <a:srgbClr val="F9E7A9"/>
    <a:srgbClr val="F9E5A6"/>
    <a:srgbClr val="FDEFCA"/>
    <a:srgbClr val="BEAB6E"/>
    <a:srgbClr val="F1CAC5"/>
    <a:srgbClr val="B48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9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3418"/>
            <a:ext cx="91440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61223"/>
            <a:ext cx="91440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9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25843"/>
            <a:ext cx="1051560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753678"/>
            <a:ext cx="1051560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6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95375"/>
            <a:ext cx="51816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95375"/>
            <a:ext cx="51816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8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9075"/>
            <a:ext cx="1051560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08698"/>
            <a:ext cx="5157787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03045"/>
            <a:ext cx="5157787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08698"/>
            <a:ext cx="5183188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03045"/>
            <a:ext cx="5183188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2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7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4320"/>
            <a:ext cx="393223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92455"/>
            <a:ext cx="617220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34440"/>
            <a:ext cx="393223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9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4320"/>
            <a:ext cx="393223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92455"/>
            <a:ext cx="617220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34440"/>
            <a:ext cx="393223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2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3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19075"/>
            <a:ext cx="2628900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19075"/>
            <a:ext cx="7734300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19075"/>
            <a:ext cx="1051560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95375"/>
            <a:ext cx="1051560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813810"/>
            <a:ext cx="27432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CB8EC-5C29-448C-8D6A-56E8D36DC34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813810"/>
            <a:ext cx="41148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813810"/>
            <a:ext cx="27432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B1E26-1188-4481-856A-9509CA53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6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8263E-B509-84FC-428C-CF2800373005}"/>
              </a:ext>
            </a:extLst>
          </p:cNvPr>
          <p:cNvSpPr>
            <a:spLocks/>
          </p:cNvSpPr>
          <p:nvPr/>
        </p:nvSpPr>
        <p:spPr>
          <a:xfrm>
            <a:off x="214595" y="122028"/>
            <a:ext cx="3933761" cy="3845783"/>
          </a:xfrm>
          <a:prstGeom prst="rect">
            <a:avLst/>
          </a:prstGeom>
          <a:solidFill>
            <a:srgbClr val="E4ECF7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3B0D8-C8CB-DCCF-70A2-E49DC3223EDE}"/>
              </a:ext>
            </a:extLst>
          </p:cNvPr>
          <p:cNvSpPr txBox="1"/>
          <p:nvPr/>
        </p:nvSpPr>
        <p:spPr>
          <a:xfrm>
            <a:off x="398198" y="159287"/>
            <a:ext cx="3566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(a) Feature Extraction &amp; Projection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EBAC23-D582-E9C5-3785-9617B7028C54}"/>
              </a:ext>
            </a:extLst>
          </p:cNvPr>
          <p:cNvSpPr/>
          <p:nvPr/>
        </p:nvSpPr>
        <p:spPr>
          <a:xfrm>
            <a:off x="1858189" y="2661695"/>
            <a:ext cx="1728787" cy="735806"/>
          </a:xfrm>
          <a:prstGeom prst="roundRect">
            <a:avLst/>
          </a:prstGeom>
          <a:solidFill>
            <a:srgbClr val="C2DDEE"/>
          </a:solidFill>
          <a:ln>
            <a:solidFill>
              <a:srgbClr val="6982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MLP Projection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[56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128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256]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1A8D27-2BA0-7275-8E9A-5124CE9A914A}"/>
              </a:ext>
            </a:extLst>
          </p:cNvPr>
          <p:cNvSpPr/>
          <p:nvPr/>
        </p:nvSpPr>
        <p:spPr>
          <a:xfrm>
            <a:off x="1858189" y="976958"/>
            <a:ext cx="1728787" cy="735806"/>
          </a:xfrm>
          <a:prstGeom prst="roundRect">
            <a:avLst/>
          </a:prstGeom>
          <a:solidFill>
            <a:srgbClr val="C2DDEE"/>
          </a:solidFill>
          <a:ln>
            <a:solidFill>
              <a:srgbClr val="6982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Projection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[768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256]</a:t>
            </a:r>
          </a:p>
        </p:txBody>
      </p:sp>
      <p:pic>
        <p:nvPicPr>
          <p:cNvPr id="11" name="Graphic 10" descr="Voice with solid fill">
            <a:extLst>
              <a:ext uri="{FF2B5EF4-FFF2-40B4-BE49-F238E27FC236}">
                <a16:creationId xmlns:a16="http://schemas.microsoft.com/office/drawing/2014/main" id="{9F0CEBF6-7D9D-3E93-7AA3-6F8FF9DEA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023" y="1027549"/>
            <a:ext cx="635209" cy="635209"/>
          </a:xfrm>
          <a:prstGeom prst="rect">
            <a:avLst/>
          </a:prstGeom>
        </p:spPr>
      </p:pic>
      <p:pic>
        <p:nvPicPr>
          <p:cNvPr id="12" name="Graphic 11" descr="Voice with solid fill">
            <a:extLst>
              <a:ext uri="{FF2B5EF4-FFF2-40B4-BE49-F238E27FC236}">
                <a16:creationId xmlns:a16="http://schemas.microsoft.com/office/drawing/2014/main" id="{F4493C8F-920D-B77F-F07E-085CB1B40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60760" y="1027548"/>
            <a:ext cx="635209" cy="6352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0BDE3D-A2D5-E6D7-CF33-872F145186C5}"/>
              </a:ext>
            </a:extLst>
          </p:cNvPr>
          <p:cNvSpPr txBox="1"/>
          <p:nvPr/>
        </p:nvSpPr>
        <p:spPr>
          <a:xfrm>
            <a:off x="493460" y="873658"/>
            <a:ext cx="8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(Audio)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C41EF7-0E6E-E6F5-6CC3-BA3571146774}"/>
              </a:ext>
            </a:extLst>
          </p:cNvPr>
          <p:cNvSpPr txBox="1"/>
          <p:nvPr/>
        </p:nvSpPr>
        <p:spPr>
          <a:xfrm>
            <a:off x="427837" y="1508870"/>
            <a:ext cx="100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[B, T, 768]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90F8A-81C5-52D2-125A-AEE35049328D}"/>
              </a:ext>
            </a:extLst>
          </p:cNvPr>
          <p:cNvSpPr txBox="1"/>
          <p:nvPr/>
        </p:nvSpPr>
        <p:spPr>
          <a:xfrm>
            <a:off x="136639" y="2239604"/>
            <a:ext cx="1600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(FLAME params)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F2C77E-9398-917E-AA26-9E2FEEFB83D2}"/>
              </a:ext>
            </a:extLst>
          </p:cNvPr>
          <p:cNvSpPr txBox="1"/>
          <p:nvPr/>
        </p:nvSpPr>
        <p:spPr>
          <a:xfrm>
            <a:off x="392117" y="3541056"/>
            <a:ext cx="100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[B, T, 56]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62215D-375C-81CF-65F3-D123F1558F7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495967" y="1344861"/>
            <a:ext cx="36222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FB939348-3B67-41B1-BE39-966AC063B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49"/>
          <a:stretch>
            <a:fillRect/>
          </a:stretch>
        </p:blipFill>
        <p:spPr>
          <a:xfrm>
            <a:off x="849406" y="2494532"/>
            <a:ext cx="723029" cy="10823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998F070-23B0-3094-7E86-E1326169CF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2" y="2504410"/>
            <a:ext cx="906578" cy="1036644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C26643-588D-5E9F-D340-D6A1947D15B6}"/>
              </a:ext>
            </a:extLst>
          </p:cNvPr>
          <p:cNvCxnSpPr>
            <a:cxnSpLocks/>
            <a:stCxn id="27" idx="3"/>
            <a:endCxn id="8" idx="1"/>
          </p:cNvCxnSpPr>
          <p:nvPr/>
        </p:nvCxnSpPr>
        <p:spPr>
          <a:xfrm flipV="1">
            <a:off x="1572433" y="3029600"/>
            <a:ext cx="285754" cy="60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6B6E78A-3A2D-84DF-63F7-170B132A8FEA}"/>
              </a:ext>
            </a:extLst>
          </p:cNvPr>
          <p:cNvSpPr>
            <a:spLocks/>
          </p:cNvSpPr>
          <p:nvPr/>
        </p:nvSpPr>
        <p:spPr>
          <a:xfrm>
            <a:off x="4157045" y="122027"/>
            <a:ext cx="2816064" cy="3845783"/>
          </a:xfrm>
          <a:prstGeom prst="rect">
            <a:avLst/>
          </a:prstGeom>
          <a:solidFill>
            <a:srgbClr val="F5E3E3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5FFBD73-0208-A3F7-8600-668059E36A3B}"/>
              </a:ext>
            </a:extLst>
          </p:cNvPr>
          <p:cNvSpPr/>
          <p:nvPr/>
        </p:nvSpPr>
        <p:spPr>
          <a:xfrm>
            <a:off x="5046192" y="979338"/>
            <a:ext cx="1552119" cy="735806"/>
          </a:xfrm>
          <a:prstGeom prst="roundRect">
            <a:avLst/>
          </a:prstGeom>
          <a:solidFill>
            <a:srgbClr val="F1CAC5"/>
          </a:solidFill>
          <a:ln>
            <a:solidFill>
              <a:srgbClr val="B48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Multi-Head Cross-Attention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[heads = 8]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38CCA0-BA50-04A8-2D3C-957C2347CB9C}"/>
              </a:ext>
            </a:extLst>
          </p:cNvPr>
          <p:cNvSpPr/>
          <p:nvPr/>
        </p:nvSpPr>
        <p:spPr>
          <a:xfrm>
            <a:off x="4608256" y="2657524"/>
            <a:ext cx="1552119" cy="735806"/>
          </a:xfrm>
          <a:prstGeom prst="roundRect">
            <a:avLst/>
          </a:prstGeom>
          <a:solidFill>
            <a:srgbClr val="F1CAC5"/>
          </a:solidFill>
          <a:ln>
            <a:solidFill>
              <a:srgbClr val="B489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Multi-Head Cross-Attention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[heads = 8]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F62AD4-DEE4-82F3-00B4-1A24CC2294ED}"/>
              </a:ext>
            </a:extLst>
          </p:cNvPr>
          <p:cNvSpPr txBox="1"/>
          <p:nvPr/>
        </p:nvSpPr>
        <p:spPr>
          <a:xfrm>
            <a:off x="4226312" y="127347"/>
            <a:ext cx="2706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(b) Bidirectional Cross-Modal Fusion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DEDB96-3B04-F8C0-9C95-F9ED590E1ED1}"/>
              </a:ext>
            </a:extLst>
          </p:cNvPr>
          <p:cNvSpPr>
            <a:spLocks/>
          </p:cNvSpPr>
          <p:nvPr/>
        </p:nvSpPr>
        <p:spPr>
          <a:xfrm>
            <a:off x="6959951" y="122026"/>
            <a:ext cx="2507455" cy="3845783"/>
          </a:xfrm>
          <a:prstGeom prst="rect">
            <a:avLst/>
          </a:prstGeom>
          <a:solidFill>
            <a:srgbClr val="FDEFCA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93207A5-5BF2-B0B5-2A4D-6EEDFC9724D7}"/>
              </a:ext>
            </a:extLst>
          </p:cNvPr>
          <p:cNvSpPr/>
          <p:nvPr/>
        </p:nvSpPr>
        <p:spPr>
          <a:xfrm>
            <a:off x="8059891" y="1124352"/>
            <a:ext cx="1303028" cy="441016"/>
          </a:xfrm>
          <a:prstGeom prst="roundRect">
            <a:avLst/>
          </a:prstGeom>
          <a:solidFill>
            <a:srgbClr val="F8E6A6"/>
          </a:solidFill>
          <a:ln>
            <a:solidFill>
              <a:srgbClr val="BEAB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Norm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516C776-5747-D70B-4E1E-44EFAEBA2572}"/>
              </a:ext>
            </a:extLst>
          </p:cNvPr>
          <p:cNvSpPr/>
          <p:nvPr/>
        </p:nvSpPr>
        <p:spPr>
          <a:xfrm>
            <a:off x="8059891" y="2806223"/>
            <a:ext cx="1303028" cy="441016"/>
          </a:xfrm>
          <a:prstGeom prst="roundRect">
            <a:avLst/>
          </a:prstGeom>
          <a:solidFill>
            <a:srgbClr val="F8E6A6"/>
          </a:solidFill>
          <a:ln>
            <a:solidFill>
              <a:srgbClr val="BEAB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Norm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C06B89-FA21-36A8-0F5D-409559DD2767}"/>
              </a:ext>
            </a:extLst>
          </p:cNvPr>
          <p:cNvCxnSpPr>
            <a:cxnSpLocks/>
            <a:stCxn id="9" idx="3"/>
            <a:endCxn id="34" idx="1"/>
          </p:cNvCxnSpPr>
          <p:nvPr/>
        </p:nvCxnSpPr>
        <p:spPr>
          <a:xfrm>
            <a:off x="3586974" y="1344861"/>
            <a:ext cx="1459216" cy="23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ED31256-CABE-B976-CCCA-DD66B52B23A4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 flipV="1">
            <a:off x="3586974" y="3025429"/>
            <a:ext cx="1021280" cy="41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D3274F4-7FE1-46CB-7CBE-356E71618685}"/>
              </a:ext>
            </a:extLst>
          </p:cNvPr>
          <p:cNvCxnSpPr/>
          <p:nvPr/>
        </p:nvCxnSpPr>
        <p:spPr>
          <a:xfrm>
            <a:off x="3837002" y="1344863"/>
            <a:ext cx="0" cy="536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3F56F04-B504-B373-D879-94F7FC648E9D}"/>
              </a:ext>
            </a:extLst>
          </p:cNvPr>
          <p:cNvCxnSpPr>
            <a:cxnSpLocks/>
          </p:cNvCxnSpPr>
          <p:nvPr/>
        </p:nvCxnSpPr>
        <p:spPr>
          <a:xfrm>
            <a:off x="3837002" y="2504412"/>
            <a:ext cx="0" cy="5151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92FD673-2A30-F9EC-6E5E-5F9A1402E096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3822053" y="1715144"/>
            <a:ext cx="2000199" cy="789266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A40F8773-48B6-7E5C-4453-80C178E67810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3837002" y="1881834"/>
            <a:ext cx="1547312" cy="77569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4" name="Graphic 1033" descr="Badge Follow outline">
            <a:extLst>
              <a:ext uri="{FF2B5EF4-FFF2-40B4-BE49-F238E27FC236}">
                <a16:creationId xmlns:a16="http://schemas.microsoft.com/office/drawing/2014/main" id="{B3C20503-8E26-00A6-D2C6-277EA82A3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4402" y="1058841"/>
            <a:ext cx="556335" cy="572043"/>
          </a:xfrm>
          <a:prstGeom prst="rect">
            <a:avLst/>
          </a:prstGeom>
        </p:spPr>
      </p:pic>
      <p:pic>
        <p:nvPicPr>
          <p:cNvPr id="1035" name="Graphic 1034" descr="Badge Follow outline">
            <a:extLst>
              <a:ext uri="{FF2B5EF4-FFF2-40B4-BE49-F238E27FC236}">
                <a16:creationId xmlns:a16="http://schemas.microsoft.com/office/drawing/2014/main" id="{80A38AAE-2848-44F9-DA06-575128F69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9288" y="2741492"/>
            <a:ext cx="556335" cy="572043"/>
          </a:xfrm>
          <a:prstGeom prst="rect">
            <a:avLst/>
          </a:prstGeom>
        </p:spPr>
      </p:pic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B44B7E43-7FA5-023C-59BA-C1995E717A6B}"/>
              </a:ext>
            </a:extLst>
          </p:cNvPr>
          <p:cNvCxnSpPr>
            <a:cxnSpLocks/>
            <a:stCxn id="34" idx="3"/>
            <a:endCxn id="1034" idx="1"/>
          </p:cNvCxnSpPr>
          <p:nvPr/>
        </p:nvCxnSpPr>
        <p:spPr>
          <a:xfrm flipV="1">
            <a:off x="6598311" y="1344861"/>
            <a:ext cx="576091" cy="23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89918872-7A59-C9B8-A22D-787470DDF6A1}"/>
              </a:ext>
            </a:extLst>
          </p:cNvPr>
          <p:cNvCxnSpPr>
            <a:cxnSpLocks/>
            <a:stCxn id="35" idx="3"/>
            <a:endCxn id="1035" idx="1"/>
          </p:cNvCxnSpPr>
          <p:nvPr/>
        </p:nvCxnSpPr>
        <p:spPr>
          <a:xfrm>
            <a:off x="6160375" y="3025429"/>
            <a:ext cx="998913" cy="20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C9289570-7F7C-EC95-58ED-487A8C51D024}"/>
              </a:ext>
            </a:extLst>
          </p:cNvPr>
          <p:cNvCxnSpPr>
            <a:cxnSpLocks/>
            <a:stCxn id="1034" idx="3"/>
            <a:endCxn id="38" idx="1"/>
          </p:cNvCxnSpPr>
          <p:nvPr/>
        </p:nvCxnSpPr>
        <p:spPr>
          <a:xfrm flipV="1">
            <a:off x="7730735" y="1344862"/>
            <a:ext cx="32915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B8EAF00C-9F37-158D-9FD1-C5C5E4809A97}"/>
              </a:ext>
            </a:extLst>
          </p:cNvPr>
          <p:cNvCxnSpPr>
            <a:cxnSpLocks/>
            <a:stCxn id="1035" idx="3"/>
            <a:endCxn id="39" idx="1"/>
          </p:cNvCxnSpPr>
          <p:nvPr/>
        </p:nvCxnSpPr>
        <p:spPr>
          <a:xfrm flipV="1">
            <a:off x="7715621" y="3026733"/>
            <a:ext cx="344270" cy="7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DAE1C17D-75A8-22C3-B53F-16ACBE624C4A}"/>
              </a:ext>
            </a:extLst>
          </p:cNvPr>
          <p:cNvCxnSpPr>
            <a:cxnSpLocks/>
          </p:cNvCxnSpPr>
          <p:nvPr/>
        </p:nvCxnSpPr>
        <p:spPr>
          <a:xfrm>
            <a:off x="3839384" y="873658"/>
            <a:ext cx="0" cy="5063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2BAF52C0-6FF6-D87C-22D5-7C3197FE7B56}"/>
              </a:ext>
            </a:extLst>
          </p:cNvPr>
          <p:cNvCxnSpPr>
            <a:cxnSpLocks/>
          </p:cNvCxnSpPr>
          <p:nvPr/>
        </p:nvCxnSpPr>
        <p:spPr>
          <a:xfrm>
            <a:off x="3837002" y="3034743"/>
            <a:ext cx="0" cy="5063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B82E8048-704A-CE8C-5351-4B1828A63572}"/>
              </a:ext>
            </a:extLst>
          </p:cNvPr>
          <p:cNvCxnSpPr>
            <a:endCxn id="1034" idx="0"/>
          </p:cNvCxnSpPr>
          <p:nvPr/>
        </p:nvCxnSpPr>
        <p:spPr>
          <a:xfrm>
            <a:off x="3822053" y="873658"/>
            <a:ext cx="3630517" cy="185183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391117E9-E304-2776-3CA8-3772E24BBA50}"/>
              </a:ext>
            </a:extLst>
          </p:cNvPr>
          <p:cNvCxnSpPr>
            <a:endCxn id="1035" idx="2"/>
          </p:cNvCxnSpPr>
          <p:nvPr/>
        </p:nvCxnSpPr>
        <p:spPr>
          <a:xfrm flipV="1">
            <a:off x="3837002" y="3313535"/>
            <a:ext cx="3600452" cy="227521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CF4DCF71-6EBE-B0AE-AE9D-55FC118CF3B8}"/>
              </a:ext>
            </a:extLst>
          </p:cNvPr>
          <p:cNvSpPr txBox="1"/>
          <p:nvPr/>
        </p:nvSpPr>
        <p:spPr>
          <a:xfrm>
            <a:off x="6886356" y="105605"/>
            <a:ext cx="2706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(c) Residual Fusion &amp; Norm 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0F92EE5-43B2-FC8E-6AA1-76478D1CF86C}"/>
              </a:ext>
            </a:extLst>
          </p:cNvPr>
          <p:cNvSpPr txBox="1"/>
          <p:nvPr/>
        </p:nvSpPr>
        <p:spPr>
          <a:xfrm>
            <a:off x="8239742" y="1586349"/>
            <a:ext cx="100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[B, T, 256]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092F4086-C88D-7602-A229-268109B0D4F0}"/>
              </a:ext>
            </a:extLst>
          </p:cNvPr>
          <p:cNvSpPr txBox="1"/>
          <p:nvPr/>
        </p:nvSpPr>
        <p:spPr>
          <a:xfrm>
            <a:off x="8223780" y="3257794"/>
            <a:ext cx="100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[B, T, 256]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739FCB7A-8227-6214-17EC-F8F100E01605}"/>
              </a:ext>
            </a:extLst>
          </p:cNvPr>
          <p:cNvSpPr>
            <a:spLocks/>
          </p:cNvSpPr>
          <p:nvPr/>
        </p:nvSpPr>
        <p:spPr>
          <a:xfrm>
            <a:off x="9464347" y="122025"/>
            <a:ext cx="2507455" cy="3845783"/>
          </a:xfrm>
          <a:prstGeom prst="rect">
            <a:avLst/>
          </a:prstGeom>
          <a:solidFill>
            <a:srgbClr val="DDEAD6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8" name="Rectangle: Rounded Corners 1077">
            <a:extLst>
              <a:ext uri="{FF2B5EF4-FFF2-40B4-BE49-F238E27FC236}">
                <a16:creationId xmlns:a16="http://schemas.microsoft.com/office/drawing/2014/main" id="{22F8820F-96D7-0F91-B865-52D7952DD769}"/>
              </a:ext>
            </a:extLst>
          </p:cNvPr>
          <p:cNvSpPr/>
          <p:nvPr/>
        </p:nvSpPr>
        <p:spPr>
          <a:xfrm>
            <a:off x="10536676" y="1210546"/>
            <a:ext cx="1086782" cy="450030"/>
          </a:xfrm>
          <a:prstGeom prst="roundRect">
            <a:avLst/>
          </a:prstGeom>
          <a:solidFill>
            <a:srgbClr val="C4E0BA"/>
          </a:solidFill>
          <a:ln>
            <a:solidFill>
              <a:srgbClr val="778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87DDD1F7-5BDB-6F68-20BA-C1BB181854C7}"/>
              </a:ext>
            </a:extLst>
          </p:cNvPr>
          <p:cNvSpPr txBox="1"/>
          <p:nvPr/>
        </p:nvSpPr>
        <p:spPr>
          <a:xfrm>
            <a:off x="9361315" y="114511"/>
            <a:ext cx="2706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(d) Temporal LSTM</a:t>
            </a:r>
          </a:p>
        </p:txBody>
      </p:sp>
      <p:sp>
        <p:nvSpPr>
          <p:cNvPr id="1080" name="Rectangle: Rounded Corners 1079">
            <a:extLst>
              <a:ext uri="{FF2B5EF4-FFF2-40B4-BE49-F238E27FC236}">
                <a16:creationId xmlns:a16="http://schemas.microsoft.com/office/drawing/2014/main" id="{3F1102ED-6C46-84DB-2A92-2FA1BFAACF2A}"/>
              </a:ext>
            </a:extLst>
          </p:cNvPr>
          <p:cNvSpPr/>
          <p:nvPr/>
        </p:nvSpPr>
        <p:spPr>
          <a:xfrm>
            <a:off x="8928212" y="1977292"/>
            <a:ext cx="1317276" cy="584774"/>
          </a:xfrm>
          <a:prstGeom prst="roundRect">
            <a:avLst/>
          </a:prstGeom>
          <a:solidFill>
            <a:srgbClr val="C4E0BA"/>
          </a:solidFill>
          <a:ln>
            <a:solidFill>
              <a:srgbClr val="778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Concatenate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[B, T, 512]</a:t>
            </a:r>
          </a:p>
        </p:txBody>
      </p:sp>
      <p:sp>
        <p:nvSpPr>
          <p:cNvPr id="1081" name="Rectangle: Rounded Corners 1080">
            <a:extLst>
              <a:ext uri="{FF2B5EF4-FFF2-40B4-BE49-F238E27FC236}">
                <a16:creationId xmlns:a16="http://schemas.microsoft.com/office/drawing/2014/main" id="{E650B0D1-4F9C-7586-7EC5-EDEF4AA49401}"/>
              </a:ext>
            </a:extLst>
          </p:cNvPr>
          <p:cNvSpPr/>
          <p:nvPr/>
        </p:nvSpPr>
        <p:spPr>
          <a:xfrm>
            <a:off x="10238404" y="2504410"/>
            <a:ext cx="1683326" cy="730764"/>
          </a:xfrm>
          <a:prstGeom prst="roundRect">
            <a:avLst/>
          </a:prstGeom>
          <a:solidFill>
            <a:srgbClr val="C4E0BA"/>
          </a:solidFill>
          <a:ln>
            <a:solidFill>
              <a:srgbClr val="778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Projection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[512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56]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3450C31C-6481-FBB1-41B5-786E2C43BB47}"/>
              </a:ext>
            </a:extLst>
          </p:cNvPr>
          <p:cNvCxnSpPr>
            <a:endCxn id="1080" idx="0"/>
          </p:cNvCxnSpPr>
          <p:nvPr/>
        </p:nvCxnSpPr>
        <p:spPr>
          <a:xfrm rot="16200000" flipH="1">
            <a:off x="9157865" y="1548309"/>
            <a:ext cx="632432" cy="225537"/>
          </a:xfrm>
          <a:prstGeom prst="bentConnector3">
            <a:avLst>
              <a:gd name="adj1" fmla="val -2488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: Elbow 1086">
            <a:extLst>
              <a:ext uri="{FF2B5EF4-FFF2-40B4-BE49-F238E27FC236}">
                <a16:creationId xmlns:a16="http://schemas.microsoft.com/office/drawing/2014/main" id="{1A0ED57F-5FE5-D433-0A1C-DD64A46A9CE0}"/>
              </a:ext>
            </a:extLst>
          </p:cNvPr>
          <p:cNvCxnSpPr>
            <a:stCxn id="39" idx="3"/>
            <a:endCxn id="1080" idx="2"/>
          </p:cNvCxnSpPr>
          <p:nvPr/>
        </p:nvCxnSpPr>
        <p:spPr>
          <a:xfrm flipV="1">
            <a:off x="9362921" y="2562068"/>
            <a:ext cx="223931" cy="464665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: Elbow 1088">
            <a:extLst>
              <a:ext uri="{FF2B5EF4-FFF2-40B4-BE49-F238E27FC236}">
                <a16:creationId xmlns:a16="http://schemas.microsoft.com/office/drawing/2014/main" id="{A39DBEB7-0A65-2023-A3F8-40AA7A749F42}"/>
              </a:ext>
            </a:extLst>
          </p:cNvPr>
          <p:cNvCxnSpPr>
            <a:cxnSpLocks/>
            <a:stCxn id="1080" idx="3"/>
            <a:endCxn id="1078" idx="1"/>
          </p:cNvCxnSpPr>
          <p:nvPr/>
        </p:nvCxnSpPr>
        <p:spPr>
          <a:xfrm flipV="1">
            <a:off x="10245488" y="1435561"/>
            <a:ext cx="291188" cy="834118"/>
          </a:xfrm>
          <a:prstGeom prst="bent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EA182B90-4FC3-FC33-C234-F37D3DEFC5CA}"/>
              </a:ext>
            </a:extLst>
          </p:cNvPr>
          <p:cNvCxnSpPr>
            <a:cxnSpLocks/>
            <a:stCxn id="1078" idx="2"/>
            <a:endCxn id="1081" idx="0"/>
          </p:cNvCxnSpPr>
          <p:nvPr/>
        </p:nvCxnSpPr>
        <p:spPr>
          <a:xfrm>
            <a:off x="11080067" y="1660576"/>
            <a:ext cx="0" cy="8438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4" name="TextBox 1093">
            <a:extLst>
              <a:ext uri="{FF2B5EF4-FFF2-40B4-BE49-F238E27FC236}">
                <a16:creationId xmlns:a16="http://schemas.microsoft.com/office/drawing/2014/main" id="{64E9318A-5B0D-5EE5-DE05-E88358ABE585}"/>
              </a:ext>
            </a:extLst>
          </p:cNvPr>
          <p:cNvSpPr txBox="1"/>
          <p:nvPr/>
        </p:nvSpPr>
        <p:spPr>
          <a:xfrm>
            <a:off x="10304148" y="899015"/>
            <a:ext cx="1509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 stacked layers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7D904DF1-05DA-633C-A0A7-2003773EA20E}"/>
              </a:ext>
            </a:extLst>
          </p:cNvPr>
          <p:cNvSpPr txBox="1"/>
          <p:nvPr/>
        </p:nvSpPr>
        <p:spPr>
          <a:xfrm>
            <a:off x="10304146" y="3487527"/>
            <a:ext cx="1556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FLAME Parameters 56D </a:t>
            </a:r>
          </a:p>
        </p:txBody>
      </p: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22AB7541-7F95-8ACD-365C-F8BD64B97307}"/>
              </a:ext>
            </a:extLst>
          </p:cNvPr>
          <p:cNvCxnSpPr>
            <a:cxnSpLocks/>
            <a:stCxn id="1081" idx="2"/>
            <a:endCxn id="1101" idx="0"/>
          </p:cNvCxnSpPr>
          <p:nvPr/>
        </p:nvCxnSpPr>
        <p:spPr>
          <a:xfrm>
            <a:off x="11080067" y="3235176"/>
            <a:ext cx="2186" cy="2523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0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116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Kotha</dc:creator>
  <cp:lastModifiedBy>Aditya Kotha</cp:lastModifiedBy>
  <cp:revision>8</cp:revision>
  <dcterms:created xsi:type="dcterms:W3CDTF">2026-03-08T17:42:12Z</dcterms:created>
  <dcterms:modified xsi:type="dcterms:W3CDTF">2026-03-11T19:56:49Z</dcterms:modified>
</cp:coreProperties>
</file>